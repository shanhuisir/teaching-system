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26d8e9ac674f86" /><Relationship Type="http://schemas.openxmlformats.org/officeDocument/2006/relationships/extended-properties" Target="/docProps/app.xml" Id="R22c063fee7514ff1" /><Relationship Type="http://schemas.openxmlformats.org/officeDocument/2006/relationships/officeDocument" Target="/ppt/presentation.xml" Id="R294daf4886034c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9e4d66d0a445e7"/>
  </p:sldMasterIdLst>
  <p:notesMasterIdLst>
    <p:notesMasterId xmlns:r="http://schemas.openxmlformats.org/officeDocument/2006/relationships" r:id="R3924a207fdee4d96"/>
  </p:notesMasterIdLst>
  <p:sldIdLst>
    <p:sldId xmlns:r="http://schemas.openxmlformats.org/officeDocument/2006/relationships" id="256" r:id="R8cfd9c9ab42c48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1dc40b7ed44cf5" /><Relationship Type="http://schemas.openxmlformats.org/officeDocument/2006/relationships/slideMaster" Target="/ppt/slideMasters/slideMaster1.xml" Id="R6d9e4d66d0a445e7" /><Relationship Type="http://schemas.openxmlformats.org/officeDocument/2006/relationships/notesMaster" Target="/ppt/notesMasters/notesMaster1.xml" Id="R3924a207fdee4d96" /><Relationship Type="http://schemas.openxmlformats.org/officeDocument/2006/relationships/presProps" Target="/ppt/presProps.xml" Id="R716c7a460ad344e1" /><Relationship Type="http://schemas.openxmlformats.org/officeDocument/2006/relationships/viewProps" Target="/ppt/viewProps.xml" Id="R5be0b8dee31142d0" /><Relationship Type="http://schemas.openxmlformats.org/officeDocument/2006/relationships/tableStyles" Target="/ppt/tableStyles.xml" Id="R26caf6070e9f49bf" /><Relationship Type="http://schemas.openxmlformats.org/officeDocument/2006/relationships/slide" Target="/ppt/slides/slide1.xml" Id="R8cfd9c9ab42c48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5812af978147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7fc1ea19694fef" /><Relationship Type="http://schemas.openxmlformats.org/officeDocument/2006/relationships/notesMaster" Target="/ppt/notesMasters/notesMaster1.xml" Id="R1d8e8353d09a47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b1e3b590a046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4301973c9e47b3" /><Relationship Type="http://schemas.openxmlformats.org/officeDocument/2006/relationships/slideLayout" Target="/ppt/slideLayouts/slideLayout1.xml" Id="R3df0b5f28f844f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f0b5f28f844f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f4d8c5ffc45e0" /><Relationship Type="http://schemas.openxmlformats.org/officeDocument/2006/relationships/notesSlide" Target="/ppt/notesSlides/notesSlide1.xml" Id="Rc62aca580538433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7C8A36-90F9-44B8-BF39-02C46BA6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857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838768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2026-06-29T09:11:57.7300000Z</dcterms:created>
  <dcterms:modified xsi:type="dcterms:W3CDTF">2026-06-29T09:11:57.7300000Z</dcterms:modified>
</coreProperties>
</file>