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教学评价系统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软件功能演示文档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2000" b="1">
                <a:solidFill>
                  <a:srgbClr val="14213D"/>
                </a:solidFill>
                <a:latin typeface="Microsoft YaHei"/>
              </a:rPr>
              <a:t>基于大模型的软件实训教学结果检查评价与报表系统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29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>
            <a:solidFill>
              <a:srgbClr val="EB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250" b="0">
                <a:solidFill>
                  <a:srgbClr val="14213D"/>
                </a:solidFill>
                <a:latin typeface="Microsoft YaHei"/>
              </a:rPr>
              <a:t>目标：用 AI 辅助教师完成作品检查、复核评分、统计和导出。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663440"/>
            <a:ext cx="4114800" cy="658368"/>
          </a:xfrm>
          <a:prstGeom prst="roundRect">
            <a:avLst>
              <a:gd name="adj" fmla="val 8000"/>
            </a:avLst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默认账号：teacher / 123456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为什么需要这套系统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痛点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学生作品材料多，教师纯人工检查耗时大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评价标准不易统一，成绩统计与导出繁琐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文档、代码、截图、压缩包需要分散检查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目标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把作品管理、AI 评价、复核和导出串成闭环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让教师更快完成教学评价与结果归档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为真实大模型和更多文件类型扩展预留接口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2834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当前范围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教师端登录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班级/作业/提交管理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AI 评价与教师复核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统计摘要与 Excel 导出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前端、后端、AI 服务与数据层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14213D"/>
                </a:solidFill>
                <a:latin typeface="Microsoft YaHei"/>
              </a:rPr>
              <a:t>Vue 3 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14213D"/>
                </a:solidFill>
                <a:latin typeface="Microsoft YaHei"/>
              </a:rPr>
              <a:t>Spring Boot 后端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14213D"/>
                </a:solidFill>
                <a:latin typeface="Microsoft YaHei"/>
              </a:rPr>
              <a:t>Python AI 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14213D"/>
                </a:solidFill>
                <a:latin typeface="Microsoft YaHei"/>
              </a:rPr>
              <a:t>H2 / MySQL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286000"/>
            <a:ext cx="548640" cy="0"/>
          </a:xfrm>
          <a:prstGeom prst="line">
            <a:avLst/>
          </a:prstGeom>
          <a:ln w="2540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2286000"/>
            <a:ext cx="548640" cy="0"/>
          </a:xfrm>
          <a:prstGeom prst="line">
            <a:avLst/>
          </a:prstGeom>
          <a:ln w="2540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2286000"/>
            <a:ext cx="548640" cy="0"/>
          </a:xfrm>
          <a:prstGeom prst="line">
            <a:avLst/>
          </a:prstGeom>
          <a:ln w="2540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24612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前端职责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教师端路由与页面交互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文件预览、审批、导出入口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MagicBar / 三面板工作流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24612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后端职责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认证、权限、业务服务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统计汇总与 Excel 导出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真实 AI / 演示评分统一封装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2461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AI 服务职责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文档解析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OCR/压缩包处理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真实 AI 评分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核心业务流程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从作品接收到成绩导出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1. 教师登录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788920"/>
            <a:ext cx="256032" cy="0"/>
          </a:xfrm>
          <a:prstGeom prst="line">
            <a:avLst/>
          </a:prstGeom>
          <a:ln w="3048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517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2. 班级/作业管理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788920"/>
            <a:ext cx="256032" cy="0"/>
          </a:xfrm>
          <a:prstGeom prst="line">
            <a:avLst/>
          </a:prstGeom>
          <a:ln w="3048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3. 作品提交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2788920"/>
            <a:ext cx="256032" cy="0"/>
          </a:xfrm>
          <a:prstGeom prst="line">
            <a:avLst/>
          </a:prstGeom>
          <a:ln w="3048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4. AI 自动评价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80" y="2788920"/>
            <a:ext cx="256032" cy="0"/>
          </a:xfrm>
          <a:prstGeom prst="line">
            <a:avLst/>
          </a:prstGeom>
          <a:ln w="3048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5. 教师复核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788920"/>
            <a:ext cx="256032" cy="0"/>
          </a:xfrm>
          <a:prstGeom prst="line">
            <a:avLst/>
          </a:prstGeom>
          <a:ln w="30480">
            <a:solidFill>
              <a:srgbClr val="E6A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6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4213D"/>
                </a:solidFill>
                <a:latin typeface="Microsoft YaHei"/>
              </a:rPr>
              <a:t>6. 统计导出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9875520" cy="1097280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>
            <a:solidFill>
              <a:srgbClr val="EB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00" b="0">
                <a:solidFill>
                  <a:srgbClr val="14213D"/>
                </a:solidFill>
                <a:latin typeface="Microsoft YaHei"/>
              </a:rPr>
              <a:t>闭环特点：真实 AI 可用时走 Python 评分链路，不可用时自动降级到演示评分，保证课程验收主流程稳定可演示。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功能模块一览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当前主线页面与模块分工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仪表盘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展示学生、提交、AI、复核统计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作为教师工作入口页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班级管理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班级列表与花名册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学生数据维护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作业管理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作业新增、编辑、筛选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Excel 导出入口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463040"/>
            <a:ext cx="1828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作业审批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附件预览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AI 评价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教师复核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状态迁移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测试与质量状态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2026-06-29 本地验证结果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14213D"/>
                </a:solidFill>
                <a:latin typeface="Microsoft YaHei"/>
              </a:rPr>
              <a:t>后端测试
24 / 24
Security 9 + Flow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2880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14213D"/>
                </a:solidFill>
                <a:latin typeface="Microsoft YaHei"/>
              </a:rPr>
              <a:t>前端测试
2 / 2
Vitest 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82880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14213D"/>
                </a:solidFill>
                <a:latin typeface="Microsoft YaHei"/>
              </a:rPr>
              <a:t>前端构建
Success
Vite 生产构建完成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14213D"/>
                </a:solidFill>
                <a:latin typeface="Microsoft YaHei"/>
              </a:rPr>
              <a:t>后端打包
Success
JAR 产物已生成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>
            <a:solidFill>
              <a:srgbClr val="EB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250" b="0">
                <a:solidFill>
                  <a:srgbClr val="14213D"/>
                </a:solidFill>
                <a:latin typeface="Microsoft YaHei"/>
              </a:rPr>
              <a:t>说明：后端测试日志中出现真实 AI 不可用时的降级告警，但属于设计允许的兜底路径，最终测试结果均为通过。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部署方式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开发、验收与容器化三种路径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017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本地一键启动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start.sh / start.bat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适合开发调试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前后端与 AI 服务可分开启动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554480"/>
            <a:ext cx="3017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LoongArch 麒麟原生演示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start-kylin-loongarch-demo.sh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优先用于课程最终验收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更适合证明环境合规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54480"/>
            <a:ext cx="3017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Docker Compose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ai-service + backend + frontend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适合普通 Linux 容器部署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LoongArch 环境可作为备选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2760" y="164592"/>
            <a:ext cx="1536192" cy="6693408"/>
          </a:xfrm>
          <a:prstGeom prst="rect">
            <a:avLst/>
          </a:prstGeom>
          <a:solidFill>
            <a:srgbClr val="E6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4A"/>
                </a:solidFill>
                <a:latin typeface="Microsoft YaHei"/>
              </a:rPr>
              <a:t>本次交付物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Microsoft YaHei"/>
              </a:rPr>
              <a:t>按验收清单整理完成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601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109728"/>
          <a:lstStyle/>
          <a:p>
            <a:pPr algn="ctr"/>
            <a:r>
              <a:rPr sz="1600" b="1">
                <a:solidFill>
                  <a:srgbClr val="0F2D4A"/>
                </a:solidFill>
                <a:latin typeface="Microsoft YaHei"/>
              </a:rPr>
              <a:t>交付清单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1. 软件功能需求分析文档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2. 软件功能设计文档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3. 软件产品说明书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4. 软件功能测试报告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5. 软件安装包及部署文档（含安装包压缩文件）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6. 软件源文件压缩包</a:t>
            </a:r>
          </a:p>
          <a:p>
            <a:pPr>
              <a:defRPr sz="1050">
                <a:solidFill>
                  <a:srgbClr val="3C3C3C"/>
                </a:solidFill>
                <a:latin typeface="Microsoft YaHei"/>
              </a:defRPr>
            </a:pPr>
            <a:r>
              <a:t>• 7. 软件功能演示 PPT 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